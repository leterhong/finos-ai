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05840"/>
            <a:ext cx="2377440" cy="2377440"/>
          </a:xfrm>
          <a:prstGeom prst="ellipse">
            <a:avLst/>
          </a:prstGeom>
          <a:solidFill>
            <a:srgbClr val="00D68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640080"/>
            <a:ext cx="1371600" cy="13716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  ·   SELF-HOSTED   ·   MIT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FinOS AI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个人财富操作系统 · Personal Wealth 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把分散的资产、现金流与目标，汇聚成一个可对话、可推演、可主动提醒的财富数字分身。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B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v1.0.0    ·    完全开源    ·    无付费墙    ·    数据自托管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6344"/>
            <a:ext cx="146304" cy="14630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POSITIONING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这是什么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FinOS AI 是一个完全开源、可自托管的个人财富操作系统。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不是记账软件——不替你记流水。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不是荐股工具——不代理任何交易。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而是把你的真实财务状况建成一个「财富数字分身」。</a:t>
            </a:r>
            <a:endParaRPr lang="en-US" sz="15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可以向它提问、让它推演未来、由它主动发现问题并提醒你。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554480"/>
            <a:ext cx="2880360" cy="141732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554480"/>
            <a:ext cx="91440" cy="141732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17190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89320" y="2395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默认财富数据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89320" y="26334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零数据时只展示空态引导，绝不编造任何默认值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3154680"/>
            <a:ext cx="2880360" cy="141732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3154680"/>
            <a:ext cx="91440" cy="141732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3319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989320" y="3995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数据自托管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89320" y="42336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字段级 AES-256-GCM 加密，严格用户隔离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6344"/>
            <a:ext cx="146304" cy="14630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三条设计底线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278892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数据是你的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全部自托管，字段级 AES-256-GCM 加密，严格用户隔离，不上传任何第三方。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06040" cy="278892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011680"/>
            <a:ext cx="685800" cy="68580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188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模型是你的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1188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BYOM（自带模型）：在应用内填自己的 API Key。项目不内置、不代理、不转售任何模型服务。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06040" cy="278892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011680"/>
            <a:ext cx="685800" cy="68580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没有付费墙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00800" y="3337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无套餐、无订阅、无会员、无交易撮合。MIT 协议，功能全开。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6344"/>
            <a:ext cx="146304" cy="14630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核心能力总览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37160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2606040" cy="73152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财富数字分身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219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步向导建模资产/负债/收支/目标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06040" cy="137160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00200"/>
            <a:ext cx="2606040" cy="73152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01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六维财富评分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2219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现金流·抗风险·投资·负债·储蓄·目标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06040" cy="137160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00200"/>
            <a:ext cx="2606040" cy="73152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801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情景模拟推演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2219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调节参数实时算目标达成概率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2606040" cy="137160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54680"/>
            <a:ext cx="2606040" cy="73152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助手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776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对话·多模态识别录入·报告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3154680"/>
            <a:ext cx="2606040" cy="137160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3154680"/>
            <a:ext cx="2606040" cy="73152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智能体生态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66160" y="3776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五大专项 AI CFO 可编排工作流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606040" cy="137160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606040" cy="73152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355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智能自动化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377647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事件规则·定时·工作流·主动计划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6344"/>
            <a:ext cx="146304" cy="14630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 &amp; AGENTS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助手 · 智能体生态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931920" cy="283464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39319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助手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自然语言对话，基于你的真实数据提问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多模态识别录入：账单/截图/文本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识别结果须用户确认后才写入分身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一键生成结构化财富报告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931920" cy="283464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45920"/>
            <a:ext cx="39319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五大专项 AI CFO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 · 现金流 · 保险 · 退休 · 税务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每个智能体持有独立分析框架与工具集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工具上下文锁定在调用者自身数据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可单体运行，也可编排成多体工作流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6344"/>
            <a:ext cx="146304" cy="14630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&amp;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智能自动化 · 财富时间线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931920" cy="283464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39319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智能自动化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事件驱动规则引擎 + 定时任务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多步工作流 + 条件 DSL + 执行计划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行动中心：采纳/忽略反馈回流偏好画像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行情不可用降级本地算法，预算耗尽回落本地——任何情况绝不白屏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931920" cy="283464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45920"/>
            <a:ext cx="393192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财富时间线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串联资产变动·重大决策·目标节点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可回溯的财富全景轨迹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向前推演 5 年、10 年净值轨迹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过去、现在与未来一目了然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6344"/>
            <a:ext cx="146304" cy="14630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技术架构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38528" cy="269748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前端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路由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 · React 19 · TS strict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0048" y="1691640"/>
            <a:ext cx="1938528" cy="269748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52928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后端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52928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5292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52928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2.0 · 13 路由模块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91456" y="1691640"/>
            <a:ext cx="1938528" cy="269748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74336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部署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74336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974336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服务编排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74336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五服务 · 一键 deploy.sh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12864" y="1691640"/>
            <a:ext cx="1938528" cy="2697480"/>
          </a:xfrm>
          <a:prstGeom prst="rect">
            <a:avLst/>
          </a:prstGeom>
          <a:solidFill>
            <a:srgbClr val="121D33"/>
          </a:solidFill>
          <a:ln w="12700">
            <a:solidFill>
              <a:srgbClr val="2131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95744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测试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95744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095744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0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自动化测试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95744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AI 质量 + 前端契约层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生产用 PostgreSQL，开发用 SQLite；测试可在不连任何大模型、不依赖外部服务的环境下完整运行。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66344"/>
            <a:ext cx="146304" cy="146304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PRIVACY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安全与隐私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字段级 AES-256-GCM 透明加密落盘（金额/收入/模型 Key）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用户隔离铁律：所有查询强制 user_id，越权统一返回 404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密钥零泄露：API Key 仅掩码回显，导出不含明文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双令牌：Access/Refresh 分离，Refresh 轮换与吊销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纵深防护：CSRF 双提交、滑动窗口限流、上传防护、日志脱敏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生产启动守卫：弱密钥或未配置时拒绝启动，而非降级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05840"/>
            <a:ext cx="2377440" cy="2377440"/>
          </a:xfrm>
          <a:prstGeom prst="ellipse">
            <a:avLst/>
          </a:prstGeom>
          <a:solidFill>
            <a:srgbClr val="00D68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640080"/>
            <a:ext cx="1371600" cy="13716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你的财富，你做主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6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FinOS AI —— 开源的 Personal Wealth 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github.com/Leterhong/FinOS-AI    ·    MIT License    ·    FinOS AI 提供信息分析与辅助决策，不构成投资建议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FinOS AI 项目介绍</dc:title>
  <dc:subject>PptxGenJS Presentation</dc:subject>
  <dc:creator>FinOS AI</dc:creator>
  <cp:lastModifiedBy>FinOS AI</cp:lastModifiedBy>
  <cp:revision>1</cp:revision>
  <dcterms:created xsi:type="dcterms:W3CDTF">2026-08-06T05:00:47Z</dcterms:created>
  <dcterms:modified xsi:type="dcterms:W3CDTF">2026-08-06T05:00:47Z</dcterms:modified>
</cp:coreProperties>
</file>